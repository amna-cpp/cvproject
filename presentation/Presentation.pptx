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07307d98c429d" /><Relationship Type="http://schemas.openxmlformats.org/officeDocument/2006/relationships/extended-properties" Target="/docProps/app.xml" Id="Rd351f601c0704824" /><Relationship Type="http://schemas.openxmlformats.org/officeDocument/2006/relationships/officeDocument" Target="/ppt/presentation.xml" Id="R52cf9f3e13f5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7cf433a1e48a0"/>
  </p:sldMasterIdLst>
  <p:notesMasterIdLst>
    <p:notesMasterId xmlns:r="http://schemas.openxmlformats.org/officeDocument/2006/relationships" r:id="Rac54c585f58c4808"/>
  </p:notesMasterIdLst>
  <p:sldIdLst>
    <p:sldId xmlns:r="http://schemas.openxmlformats.org/officeDocument/2006/relationships" id="256" r:id="Rcb07ba48ba4245e5"/>
    <p:sldId xmlns:r="http://schemas.openxmlformats.org/officeDocument/2006/relationships" id="257" r:id="R354776cfed614847"/>
    <p:sldId xmlns:r="http://schemas.openxmlformats.org/officeDocument/2006/relationships" id="258" r:id="R708293e67d7042de"/>
    <p:sldId xmlns:r="http://schemas.openxmlformats.org/officeDocument/2006/relationships" id="259" r:id="R6f03764f4fdf44e3"/>
    <p:sldId xmlns:r="http://schemas.openxmlformats.org/officeDocument/2006/relationships" id="260" r:id="Rbb808d9339d84f4c"/>
    <p:sldId xmlns:r="http://schemas.openxmlformats.org/officeDocument/2006/relationships" id="261" r:id="R4a01ad7564f64041"/>
    <p:sldId xmlns:r="http://schemas.openxmlformats.org/officeDocument/2006/relationships" id="262" r:id="Rbf3658b899a74f57"/>
    <p:sldId xmlns:r="http://schemas.openxmlformats.org/officeDocument/2006/relationships" id="263" r:id="R04e4de7cc6344e10"/>
    <p:sldId xmlns:r="http://schemas.openxmlformats.org/officeDocument/2006/relationships" id="264" r:id="Ra456c34e2a124f47"/>
    <p:sldId xmlns:r="http://schemas.openxmlformats.org/officeDocument/2006/relationships" id="265" r:id="R9e86b64737b3436e"/>
    <p:sldId xmlns:r="http://schemas.openxmlformats.org/officeDocument/2006/relationships" id="266" r:id="R1e7cd6bcd9254a7a"/>
    <p:sldId xmlns:r="http://schemas.openxmlformats.org/officeDocument/2006/relationships" id="267" r:id="Rbec22b1d62e94a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7cf433a1e48a0" /><Relationship Type="http://schemas.openxmlformats.org/officeDocument/2006/relationships/theme" Target="/ppt/theme/theme1.xml" Id="R59052656a5b446ef" /><Relationship Type="http://schemas.openxmlformats.org/officeDocument/2006/relationships/notesMaster" Target="/ppt/notesMasters/notesMaster1.xml" Id="Rac54c585f58c4808" /><Relationship Type="http://schemas.openxmlformats.org/officeDocument/2006/relationships/presProps" Target="/ppt/presProps.xml" Id="R96852f33ee3f42d6" /><Relationship Type="http://schemas.openxmlformats.org/officeDocument/2006/relationships/viewProps" Target="/ppt/viewProps.xml" Id="R5030ec9989fc47da" /><Relationship Type="http://schemas.openxmlformats.org/officeDocument/2006/relationships/tableStyles" Target="/ppt/tableStyles.xml" Id="Rc690343fa64f4057" /><Relationship Type="http://schemas.openxmlformats.org/officeDocument/2006/relationships/slide" Target="/ppt/slides/slide1.xml" Id="Rcb07ba48ba4245e5" /><Relationship Type="http://schemas.openxmlformats.org/officeDocument/2006/relationships/slide" Target="/ppt/slides/slide2.xml" Id="R354776cfed614847" /><Relationship Type="http://schemas.openxmlformats.org/officeDocument/2006/relationships/slide" Target="/ppt/slides/slide3.xml" Id="R708293e67d7042de" /><Relationship Type="http://schemas.openxmlformats.org/officeDocument/2006/relationships/slide" Target="/ppt/slides/slide4.xml" Id="R6f03764f4fdf44e3" /><Relationship Type="http://schemas.openxmlformats.org/officeDocument/2006/relationships/slide" Target="/ppt/slides/slide5.xml" Id="Rbb808d9339d84f4c" /><Relationship Type="http://schemas.openxmlformats.org/officeDocument/2006/relationships/slide" Target="/ppt/slides/slide6.xml" Id="R4a01ad7564f64041" /><Relationship Type="http://schemas.openxmlformats.org/officeDocument/2006/relationships/slide" Target="/ppt/slides/slide7.xml" Id="Rbf3658b899a74f57" /><Relationship Type="http://schemas.openxmlformats.org/officeDocument/2006/relationships/slide" Target="/ppt/slides/slide8.xml" Id="R04e4de7cc6344e10" /><Relationship Type="http://schemas.openxmlformats.org/officeDocument/2006/relationships/slide" Target="/ppt/slides/slide9.xml" Id="Ra456c34e2a124f47" /><Relationship Type="http://schemas.openxmlformats.org/officeDocument/2006/relationships/slide" Target="/ppt/slides/slide10.xml" Id="R9e86b64737b3436e" /><Relationship Type="http://schemas.openxmlformats.org/officeDocument/2006/relationships/slide" Target="/ppt/slides/slide11.xml" Id="R1e7cd6bcd9254a7a" /><Relationship Type="http://schemas.openxmlformats.org/officeDocument/2006/relationships/slide" Target="/ppt/slides/slide12.xml" Id="Rbec22b1d62e94a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add7b0f06040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0ee0fc97e54eb8" /><Relationship Type="http://schemas.openxmlformats.org/officeDocument/2006/relationships/notesMaster" Target="/ppt/notesMasters/notesMaster1.xml" Id="Rb2120318ae8b43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3ae35d57e4a7e" /><Relationship Type="http://schemas.openxmlformats.org/officeDocument/2006/relationships/notesMaster" Target="/ppt/notesMasters/notesMaster1.xml" Id="R167082b2f04242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4f21ce84774bbb" /><Relationship Type="http://schemas.openxmlformats.org/officeDocument/2006/relationships/notesMaster" Target="/ppt/notesMasters/notesMaster1.xml" Id="Ree88747fad9443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e45631bbfd4341" /><Relationship Type="http://schemas.openxmlformats.org/officeDocument/2006/relationships/notesMaster" Target="/ppt/notesMasters/notesMaster1.xml" Id="R0668d148995f49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a1752d6be64287" /><Relationship Type="http://schemas.openxmlformats.org/officeDocument/2006/relationships/notesMaster" Target="/ppt/notesMasters/notesMaster1.xml" Id="R80a1d693d42c4d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587c231f2f4af4" /><Relationship Type="http://schemas.openxmlformats.org/officeDocument/2006/relationships/notesMaster" Target="/ppt/notesMasters/notesMaster1.xml" Id="R47993564a8cc41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132914edd64cef" /><Relationship Type="http://schemas.openxmlformats.org/officeDocument/2006/relationships/notesMaster" Target="/ppt/notesMasters/notesMaster1.xml" Id="R088ee020e78d41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0606cd649e43de" /><Relationship Type="http://schemas.openxmlformats.org/officeDocument/2006/relationships/notesMaster" Target="/ppt/notesMasters/notesMaster1.xml" Id="R65215cb161774a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c0eaa9ce5a4f1f" /><Relationship Type="http://schemas.openxmlformats.org/officeDocument/2006/relationships/notesMaster" Target="/ppt/notesMasters/notesMaster1.xml" Id="Re67adf7d2a444b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e31e93b0864c29" /><Relationship Type="http://schemas.openxmlformats.org/officeDocument/2006/relationships/notesMaster" Target="/ppt/notesMasters/notesMaster1.xml" Id="Rc146ccd7464f42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84ccccd9024c1c" /><Relationship Type="http://schemas.openxmlformats.org/officeDocument/2006/relationships/notesMaster" Target="/ppt/notesMasters/notesMaster1.xml" Id="R6ff61304e02c41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e17937ae594931" /><Relationship Type="http://schemas.openxmlformats.org/officeDocument/2006/relationships/notesMaster" Target="/ppt/notesMasters/notesMaster1.xml" Id="R0492cf2ee3d5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e761361734f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f1cbf28f0441e7" /><Relationship Type="http://schemas.openxmlformats.org/officeDocument/2006/relationships/slideLayout" Target="/ppt/slideLayouts/slideLayout2.xml" Id="R76e07fd6da8c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07fd6da8c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80a7596b44a9e" /><Relationship Type="http://schemas.openxmlformats.org/officeDocument/2006/relationships/notesSlide" Target="/ppt/notesSlides/notesSlide1.xml" Id="Rd7a714b4997641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3fc06298342f3" /><Relationship Type="http://schemas.openxmlformats.org/officeDocument/2006/relationships/notesSlide" Target="/ppt/notesSlides/notesSlide2.xml" Id="R331bb645e9d4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bcb754b644639" /><Relationship Type="http://schemas.openxmlformats.org/officeDocument/2006/relationships/notesSlide" Target="/ppt/notesSlides/notesSlide3.xml" Id="R2801c897435e4c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759b5145c4753" /><Relationship Type="http://schemas.openxmlformats.org/officeDocument/2006/relationships/notesSlide" Target="/ppt/notesSlides/notesSlide4.xml" Id="Rb931ae8006e040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1af566b7d4e08" /><Relationship Type="http://schemas.openxmlformats.org/officeDocument/2006/relationships/notesSlide" Target="/ppt/notesSlides/notesSlide5.xml" Id="Rabd6985dd74d46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26b1372b8485f" /><Relationship Type="http://schemas.openxmlformats.org/officeDocument/2006/relationships/notesSlide" Target="/ppt/notesSlides/notesSlide6.xml" Id="R8b8268c0adf744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02bc245adf402a" /><Relationship Type="http://schemas.openxmlformats.org/officeDocument/2006/relationships/image" Target="/ppt/media/image.png" Id="R936d573af6ae4621" /><Relationship Type="http://schemas.openxmlformats.org/officeDocument/2006/relationships/notesSlide" Target="/ppt/notesSlides/notesSlide7.xml" Id="Rcb59c067612a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536fa5709d4e63" /><Relationship Type="http://schemas.openxmlformats.org/officeDocument/2006/relationships/image" Target="/ppt/media/image2.png" Id="R712ff0399a104d2d" /><Relationship Type="http://schemas.openxmlformats.org/officeDocument/2006/relationships/notesSlide" Target="/ppt/notesSlides/notesSlide8.xml" Id="R866c1b2d24db4d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2cf7cece34160" /><Relationship Type="http://schemas.openxmlformats.org/officeDocument/2006/relationships/image" Target="/ppt/media/image3.png" Id="R17d1a857770a40e7" /><Relationship Type="http://schemas.openxmlformats.org/officeDocument/2006/relationships/image" Target="/ppt/media/image4.png" Id="Re91011e5e82b4e83" /><Relationship Type="http://schemas.openxmlformats.org/officeDocument/2006/relationships/notesSlide" Target="/ppt/notesSlides/notesSlide9.xml" Id="Rf49a5b9fd76f46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cdb78699fe4b76" /><Relationship Type="http://schemas.openxmlformats.org/officeDocument/2006/relationships/notesSlide" Target="/ppt/notesSlides/notesSlide10.xml" Id="Ra4f7f78eaa4d44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edeefe50d4ec3" /><Relationship Type="http://schemas.openxmlformats.org/officeDocument/2006/relationships/notesSlide" Target="/ppt/notesSlides/notesSlide11.xml" Id="R1eedcb1d69874f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a22ad240c14f32" /><Relationship Type="http://schemas.openxmlformats.org/officeDocument/2006/relationships/notesSlide" Target="/ppt/notesSlides/notesSlide12.xml" Id="R699834c9ccae4f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8C765-FDD6-4716-ADE5-9F9412FE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FF3A0-A2A8-4217-8476-8AC6583D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733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Facial Filter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3A08A-C75D-4ED1-84AD-BE6C5A2F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on Face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8A32F-394E-4503-B2C0-DE0D2DC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End-to-end computer vision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AC4E7-C35A-4D58-9028-CDCF4E4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Dataset → filters → embeddings → evaluation →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847BE-8BB8-4C44-9DC2-621E6D3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85725-82D7-4B79-B753-18D10F47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BBB68-0314-468B-8B9D-50B5D98D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66925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evaluation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90897-746B-4054-88A2-889E715C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11FA3-7593-4EFA-A590-D78AB72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45C00-300A-4665-8F70-4F13DC8D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19475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filter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5CCC4-DEBE-4637-9624-A4A849C9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BAC51-76CE-4EF5-ADC8-1998C84B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C0DB7-2D05-496E-BE12-F9F4BA7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72025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live Gradio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4B2B0-47AE-4F07-B45A-4089DCA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Computer Vision | Spring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9D982-3F77-4765-98B3-592CBD41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A4C55-0FBC-42C1-AC2C-6DE31305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24662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27F18-E8FA-4E8C-993E-0907F13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26FB7-8FB3-438A-BB3C-C04B4389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Problem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97316-8EB8-40E3-8FC1-997B780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Face filters can change what the model sees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B008-63AA-4416-9E1C-76A74DA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877B3-0A99-4B6C-B31C-CCFE4029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3343D-E7A6-44D6-9B79-E3F61A5E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Filters change color, skin texture, eyes, and face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CCF5A-F9C7-470A-98FA-C993A9E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CE8CC-829D-43C2-B810-5EBAFB90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Humans still recognize the 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F5612-6F14-4297-A95D-7D19255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80920-6469-40D8-A04F-2A3AA5D3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Face models may shift the 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1B8EF-D004-4D1E-8757-893C692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DE792-13E0-429C-813A-7013DDB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910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This can increase false non-matches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BBE57-9D4D-4EF0-9518-F4B4E097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B720D-482B-4475-B9E4-1210E0B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8CA45-2040-474E-8B15-FE26881D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How much do filters hurt face verification?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A2205-4515-4534-9B23-467CF79B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AFCF6-36AF-4F9C-943E-FAFC04D9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64042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35AB4-FFD1-4D69-9565-517C01C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F2274-C35E-4A65-BFD0-C52747E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Research 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209AD-DD64-4636-BE1A-CC366657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We reimplemented the paper's evaluation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85218-607D-47C3-A57E-F927E265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B5654-2EB4-4E7E-81F6-868939A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30B69-7546-4CBE-9CB7-0CBD3C2B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A15D2-1A23-4673-A8BB-5087287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2443D-9B59-48D2-A6B6-756A9E15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575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Filter impact 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315DE-FD0D-438D-A34B-21F99265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D5B82-AB11-47B1-B084-9E6ACD86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337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FNMR / FMR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AB54E-9492-4C7C-A7DC-46C29E3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29CBB-A351-4F24-B823-51DA8B59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8100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DET curves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D9A39-9E54-4202-88DF-77B2E381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BF719-3890-4459-9D15-7CB21E22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Our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CA1AB-BCB4-4CED-959A-753994BA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1ADE3-1600-4310-97D6-6CDEB52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575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LFW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D2536-BFCC-4062-979E-14C68E2D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F7A4F-F712-4323-ABA4-8F84E722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337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 simulated 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526BA-F3E4-412E-BBAB-7D276E28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E7100-9EB8-41BC-9102-B920C7BB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100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app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5EE37-E2E5-4713-B0DB-83A946F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296B1-4064-43F1-84A3-7D1EBBE1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Added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D9436-24EB-4350-8E6F-2314AF0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A4DCB-A58F-43C0-918F-476B025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575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Improved model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7B699-450B-4B12-B181-97B6D837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9C717-51A3-40DD-B17B-53970DAB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337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Linear corrector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F62658-54F4-400C-A454-E2BF25E7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6CB39-3A1C-4072-B57B-1A334E28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100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Dashboard 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89A63-DF1A-4B02-AFAE-BC2C622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5539AF-F502-4ACD-B20F-6751794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13560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FE39B-811A-45B8-9693-C6B3215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8A3DE-F2FD-4A5C-964E-11673D69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Methodology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7E502-8F37-4B58-99A4-477C171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One full pipeline from data to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EFDD4-C1D3-4A52-9B49-29D6AE2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AA6E4-862C-459E-A2E2-AD699C0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D4166-89DF-4D07-8409-2BA2CE8C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LFW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99D0-1BD8-4BAC-AB08-034EFB77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FE274-6ECA-43C0-813D-9A219C1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59E4B-63AA-458C-A99B-833A87A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542A9-E3A5-4C84-84EA-DBB41122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5EA73-B6F1-464F-B1F7-FBF7EEC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146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BB7D9-E251-45F1-8A6B-6765EC8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6 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DF2C0-0971-47B3-8C90-061A6BA8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46069-5988-4868-A03F-AEAFE782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1C08A-827C-4540-9A6D-CFE001D5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D056C-63E9-4889-ACF9-F6D65925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C877D-A7C8-41AC-A1B5-14BA4C8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512-D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ADDB6-DD58-4769-9BC5-40880E9A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8795E-D1EA-4CE3-BFD0-A4D833A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500EE-EF31-4EBF-9872-A153D0E6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282B4-BD78-4751-A174-45C9BBC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9A983-4AFD-4640-A3CF-A26B4FF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FNMR / DET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447BD-2945-47FE-810A-27D1CC1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6DA5C4-4AF6-459D-AC26-615EF4E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CDAE5-F889-42CD-9626-AA551C18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BCBEE-9901-4B3A-A02B-606DE77F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Mitigate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2F5A8-341E-4F93-B9DD-C3912B2A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B9C3E-6D57-4811-9600-458E961A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2FD9-879E-4341-A4AB-14C0972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2A2A6-DD9F-40B7-8E7E-E173220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112BAF-7762-451A-99FD-C0A0310E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146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DE610-A077-4784-8FB3-152DC3B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Gradio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B84233-25A3-4819-B8B9-DA52DCB2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Scripts: 01 setup → 02 filters → 04 embeddings → 05 evaluation → 06 mitigation → 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E838D-4528-4513-AB63-B86FF322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A29152-3C6C-4859-9C19-36F96DB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9133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58748-2DFA-4351-A78C-99DB57A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4319A-15C7-4B48-A6B3-4A383E4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Dataset and Filters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57AF5-1476-4B1F-B270-16A3F6D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Public data + generated filter variants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14D38-3D24-4B63-B652-832C253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DE10-CBC1-4525-AD5F-3606CD0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BC6C2-B148-4554-80F4-9BA0892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1914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13,233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01F4F-31CA-488C-8979-4C685F7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91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original LFW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1F978-1D75-4D03-9C7D-073AACF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63B71-D30D-4F35-BD6A-D9CD45D2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38375"/>
            <a:ext cx="1914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5,749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4FCC2-8369-4DE3-BFEC-8509AA18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86050"/>
            <a:ext cx="191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identities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51DA5-FBEA-4DDD-9875-5091992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FC441-7C14-4EFD-BD42-D71F255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38375"/>
            <a:ext cx="1914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4,842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83A3-29AD-4404-99DA-263683E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191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filtered images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4D2F1-550F-4BA2-A86A-01176D64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ADB1A-8EAA-4435-A55E-86C8384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38375"/>
            <a:ext cx="1914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CB600-9CD4-460A-8074-E5C20D67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86050"/>
            <a:ext cx="191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test pairs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6414C-2C9E-490A-B0E9-63BB3D65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Filter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C8D9D-6DC5-4541-B79F-A23310E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B1A47-34EE-4169-8A92-B10F19C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blur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E151D-E761-44B1-AF27-A7AA6AA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C5C54-0A1B-424B-BB05-299E0D2B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29125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brightness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3B75A-B160-4EB6-86D1-C709C568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4D5B2-DD4F-412E-8E44-1110177D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29125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skin_smooth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976AA-1676-4CC5-95B4-A1853858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072DF-9F37-43FA-B770-8F91E2FD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29125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eye_enlarge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79108-2A42-4CF7-B853-E2061B3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9AC88-D093-431B-BC7C-E86BA482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00625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face_slim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1A434-6BB7-4841-8F9D-BE136859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FA121-1E7F-46CC-9B28-A9E4CD26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00625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color_tone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780C03-56A4-4CF6-94B8-AB32B454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97754-B925-4398-8207-85A9EF3E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70041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615B3D-4235-4F13-B9FF-C4384E1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666BA-7E00-46BB-8557-0308E1F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Demo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3ED38-36FB-4FA5-8B51-0596612E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What I will show in the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C5198-A4F1-4AF9-A28A-3EDD6F60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EB865-72A2-4266-B169-64285FE4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2762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C22A4-739E-402B-8AE5-5AE9189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CF0CC-C600-4662-A046-BEF1E769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Upload two 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F1C26-46FA-40AA-BE92-3192F2B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same or different 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CC463-7BE9-4C1F-9CFF-7D8B657B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2762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4D7F2-FE1C-41D6-84B7-6AAAE84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8F9E0-EC8A-4CCB-A96D-AD7FDED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22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Choose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7DB61-5509-486E-A4C3-953D4666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model, mitigation,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909D7-7CC7-4A02-ACD0-B5EA90DE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2762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9CAC4-F737-46EE-B8E4-4DFC0732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17BB4-E061-4C1B-BD90-3D5EB405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5C6FD-355D-4777-874F-787F854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similarity + verdict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4D0AE-C536-4E46-BC5C-36DA374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429250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Demo URL: http://127.0.0.1:7860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A0717-1D7A-460D-B983-F4867E79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0D9B8-8423-4EC1-8A2C-6C0D36FE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66160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CC690-21C5-4E64-AD1D-33A6CE8F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09A36-86B4-4395-9D2C-5258245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Baseline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6A623-B354-4843-8F8E-FCA52A7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ArcFace under simulated filters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686F-E135-4308-BF9A-E00BC50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d573af6ae4621"/>
          <a:stretch xmlns:a="http://schemas.openxmlformats.org/drawingml/2006/main"/>
        </p:blipFill>
        <p:spPr>
          <a:xfrm xmlns:a="http://schemas.openxmlformats.org/drawingml/2006/main">
            <a:off x="762000" y="2000250"/>
            <a:ext cx="66675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4C320-66B2-44CC-9018-D267390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6CCC6-78B1-4A65-B8B2-1F7DCD1E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Key numbers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C8CF2-1F7E-4EC2-89CC-18D01988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0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D610C-E32F-4579-977C-F5152328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051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Average accuracy: 58.81%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D8CA3-2B99-41FF-9447-F7CE2302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166A1-1841-4E1F-AEC9-85F59A7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766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Average FNMR@1%: 94.78%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0320C-47DD-4035-A1D4-718E491A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43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819A9-A5FA-4AD2-9121-5E4E376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481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 miss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02715-9813-49A9-8096-E19AE710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8E776-A515-47B9-B27C-101D0D7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71587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ED439-8B52-46FE-85B9-18C6A76A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D72F8-DC2D-4C14-A47C-5DA0E42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Improved 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9124B-956C-4EAC-BC4E-297A539D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Better backbone path improves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A2202-8371-4B44-9FA1-1BA3E968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ff0399a104d2d"/>
          <a:stretch xmlns:a="http://schemas.openxmlformats.org/drawingml/2006/main"/>
        </p:blipFill>
        <p:spPr>
          <a:xfrm xmlns:a="http://schemas.openxmlformats.org/drawingml/2006/main">
            <a:off x="809625" y="2235200"/>
            <a:ext cx="7239000" cy="301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EA31A-F15A-4249-976B-CE71ED79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63CF5-68D3-47AD-9F9C-24AA0E65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B0AB-DE78-42EB-AB73-4D6BDD6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58.81% → 77.86%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AF559-E0A4-4361-881B-0B98CDF3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19500"/>
            <a:ext cx="180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average filtered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8E972-23BB-487F-8A7C-C70019A9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C0A8C-1B35-4FF7-946E-31A22B92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67699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C7464-76C5-4D3F-8522-424DE315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CC8BB-AF3F-4564-87B8-C9694BEE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Error Rate and Mitigation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1D80E-301B-468F-8DE5-6CF487F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Lower FNMR is better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D22C0-659C-411B-A909-B680433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1a857770a40e7"/>
          <a:stretch xmlns:a="http://schemas.openxmlformats.org/drawingml/2006/main"/>
        </p:blipFill>
        <p:spPr>
          <a:xfrm xmlns:a="http://schemas.openxmlformats.org/drawingml/2006/main">
            <a:off x="857250" y="1881188"/>
            <a:ext cx="6762750" cy="3381375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011e5e82b4e83"/>
          <a:stretch xmlns:a="http://schemas.openxmlformats.org/drawingml/2006/main"/>
        </p:blipFill>
        <p:spPr>
          <a:xfrm xmlns:a="http://schemas.openxmlformats.org/drawingml/2006/main">
            <a:off x="7953375" y="2766580"/>
            <a:ext cx="3238500" cy="13248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FA747-9FD5-4712-AE96-A50E80F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91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Average FNMR reduction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A3B98-5A84-4128-8335-72ECB52E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24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40.2% vs ArcFace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093DB-6511-4324-BFFA-5528A323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0E78D-CD47-48AA-9015-1D2EAFAC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21327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A1B77-415B-4017-B344-5A44211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2FAEC-97C2-440B-BCE5-6929B1E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Key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25E60-08A5-4162-AA9E-F830C340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921C8-4554-48C4-9AB1-5A89E2F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22080-1141-4A8E-9958-47DF5D1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905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85E99-326A-47E9-9C8F-136178F5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F72F5-2092-4743-8A8F-A659866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622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Filters change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924B-6857-460C-9930-8831E334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90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even when the face still looks 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507EC-B784-4773-88D2-9D7761D7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05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A3D0E-952A-462B-BCF7-548584B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C7901-D754-4A19-B04A-A6D366D0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Model choice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75BCE-139F-48AD-811C-A9F85FF8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improved path was stronger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70EB2-EEBC-4381-B766-D4B0818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905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D597E-356C-4582-AE13-87976BED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C919E-AE24-4408-9841-EC2EAF13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Correction is useful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45D85-8A62-4C19-893D-8713411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but filter-specific and not perfect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133E1-5E39-477E-B445-8835E55D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475F3-7B54-475D-B410-31624B95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9819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94618-8299-4573-8EB8-08D9133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2F861-DCD9-4B09-8CF7-26B052DC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Limitations and 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E2C4B-15F9-49AC-8ECF-91B0A2C2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Honest scope of this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5BD82-63BB-4D9D-870B-3702C59E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A18BB-51B2-49FD-AE1C-7A33B7A6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EF0A6-B186-47B1-9933-3EA4FF2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A4FCF-60A3-48E9-A8E0-DAE94458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LFW, not FRGC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ECD97-BE2E-4FB1-BC05-BAB7A79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380D8-7CDB-4174-BFD6-5606AA25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Programmatic filters, not real app 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84F6D-75E7-4532-969D-0F4A8C89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91405-715D-44C1-81DB-1D2CFA6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 pair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14A69-8E45-45AE-B0C8-8758DE3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19353-AC0F-4B53-98C2-82E3059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 fairness testing yet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E92D8-2D2C-4E63-BA92-C763EB03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C388C-6756-408C-8CC2-3D1922C0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2DF64-B7E2-4965-A05B-4C1324E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FRGC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5AE7F-ADB8-47DD-9F55-7353819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2C093-F3A7-4EBB-9C8C-142A106A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Apply real AR 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42EB9-4735-44D4-8F1B-33F2E6D3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3E0B7-8FC8-48F9-9B74-C0F76450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100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Train one filter-agnostic corrector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7AD5D-AA8D-4DE2-B3F5-23EE85E7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C8E6-D1DE-428E-9DAF-15D34A21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Study gender and skin tone effects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6F68F-3436-4C23-9C76-F3D0333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34A71-E949-4838-B740-6EEA51F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45370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AA7FA-796D-4F4A-8B19-FB491A82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B2D76-7644-46AD-A2E6-78309425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7BD63-30A1-4FDF-AEEB-F3A6B3D6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5B843-073E-4E9E-AB90-784CF8D8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8B0AA-45C2-49FE-B438-E3F9444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Ready for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98BCD-B353-41F3-AD21-C9FB62A3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Upload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D0FC3-9895-4CE7-9E2B-7624614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Choose 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7C51A-920B-4535-AB7A-DEF79D4F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Compare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D1EF8-BEC3-41D9-9621-7A85D5C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http://127.0.0.1:7860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BA37A-57B8-4A90-B4C1-7881F343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Facial Filter Impact on Face Recognition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FB609-051D-4CBD-9B4F-BFF09A2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5857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2026-05-31T12:18:14.0920000Z</dcterms:created>
  <dcterms:modified xsi:type="dcterms:W3CDTF">2026-05-31T12:18:14.0920000Z</dcterms:modified>
</coreProperties>
</file>